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1904"/>
            <a:ext cx="9144000" cy="6796096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b="1" u="sng">
                <a:solidFill>
                  <a:schemeClr val="accent2">
                    <a:lumMod val="75000"/>
                  </a:schemeClr>
                </a:solidFill>
                <a:latin typeface="Amasis MT Pro Black" panose="02040A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EXPENSE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79520" y="8215452"/>
            <a:ext cx="64557" cy="5003060"/>
          </a:xfrm>
        </p:spPr>
        <p:txBody>
          <a:bodyPr>
            <a:normAutofit fontScale="55000" lnSpcReduction="20000"/>
          </a:bodyPr>
          <a:lstStyle/>
          <a:p>
            <a:r>
              <a:t>Presented By:</a:t>
            </a:r>
          </a:p>
          <a:p>
            <a:r>
              <a:t>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0B165-094C-A467-36DB-EA03C7847A1E}"/>
              </a:ext>
            </a:extLst>
          </p:cNvPr>
          <p:cNvSpPr txBox="1"/>
          <p:nvPr/>
        </p:nvSpPr>
        <p:spPr>
          <a:xfrm>
            <a:off x="3520528" y="569598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64" y="115458"/>
            <a:ext cx="8229600" cy="1361378"/>
          </a:xfr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b="1" u="sng">
                <a:latin typeface="Amasis MT Pro Black" panose="02040A040500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Expense Tracker is a simple C++ programming project used to maintain daily expense records digitally. The system allows users to add expenses, view expenses, calculate total expenses, add income, and calculate savings.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b="1" u="sng" dirty="0">
                <a:latin typeface="Amasis MT Pro Black" panose="02040A040500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Expense Tracker is developed using C++ programming language to help users manage expenses efficiently. The system stores expense details digitally and calculates total expenses and savings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u="sng">
                <a:latin typeface="Amasis MT Pro Black" panose="02040A040500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• Maintain expense records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• Calculate total expenses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• Add income details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• Calculate savings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• Reduce manual calculations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b="1" u="sng">
                <a:latin typeface="Amasis MT Pro Black" panose="02040A04050005020304" pitchFamily="18" charset="0"/>
              </a:rP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1. Start program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2. Display menu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3. Add/view expenses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4. Add income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5. Calculate savings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6. Exit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62" y="256456"/>
            <a:ext cx="7599071" cy="999296"/>
          </a:xfr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b="1" u="sng">
                <a:latin typeface="Amasis MT Pro Black" panose="02040A04050005020304" pitchFamily="18" charset="0"/>
              </a:rPr>
              <a:t>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829" y="1666967"/>
            <a:ext cx="5394430" cy="5191033"/>
          </a:xfrm>
        </p:spPr>
        <p:txBody>
          <a:bodyPr>
            <a:normAutofit fontScale="92500" lnSpcReduction="20000"/>
          </a:bodyPr>
          <a:lstStyle/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Start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↓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Display Menu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↓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Enter Choice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↓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Add/View Expenses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↓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Calculate Savings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↓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Stop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b="1">
                <a:latin typeface="Amasis MT Pro Black" panose="02040A04050005020304" pitchFamily="18" charset="0"/>
              </a:rP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10" y="7657879"/>
            <a:ext cx="8229600" cy="4525963"/>
          </a:xfrm>
        </p:spPr>
        <p:txBody>
          <a:bodyPr/>
          <a:lstStyle/>
          <a:p>
            <a:r>
              <a:t>Paste screenshots of:</a:t>
            </a:r>
          </a:p>
          <a:p>
            <a:r>
              <a:t>• Main Menu</a:t>
            </a:r>
          </a:p>
          <a:p>
            <a:r>
              <a:t>• Add Expense</a:t>
            </a:r>
          </a:p>
          <a:p>
            <a:r>
              <a:t>• View Expenses</a:t>
            </a:r>
          </a:p>
          <a:p>
            <a:r>
              <a:t>• Savings Calculation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6A07E-11E5-DD85-0AF8-BF8A1E8C9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38" y="1770486"/>
            <a:ext cx="8042124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b="1" u="sng" dirty="0">
                <a:latin typeface="Amasis MT Pro Black" panose="02040A040500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• Easy to use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• Saves time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• User-friendly</a:t>
            </a:r>
          </a:p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• Calculates savings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b="1">
                <a:solidFill>
                  <a:schemeClr val="bg1"/>
                </a:solidFill>
                <a:latin typeface="Amasis MT Pro Black" panose="02040A040500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6247"/>
            <a:ext cx="8229600" cy="4525963"/>
          </a:xfrm>
        </p:spPr>
        <p:txBody>
          <a:bodyPr/>
          <a:lstStyle/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The Expense Tracker project successfully manages expense and income records efficiently using C++ programming concepts.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b="1">
                <a:latin typeface="Amasis MT Pro Black" panose="02040A04050005020304" pitchFamily="18" charset="0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>
                <a:solidFill>
                  <a:schemeClr val="accent3">
                    <a:lumMod val="50000"/>
                  </a:schemeClr>
                </a:solidFill>
              </a:rPr>
              <a:t>In future, this project can be improved by adding database connectivity and graphical user interface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EXPENSE TRACKER</vt:lpstr>
      <vt:lpstr>ABSTRACT</vt:lpstr>
      <vt:lpstr>INTRODUCTION</vt:lpstr>
      <vt:lpstr>OBJECTIVES</vt:lpstr>
      <vt:lpstr>ALGORITHM</vt:lpstr>
      <vt:lpstr>FLOWCHART</vt:lpstr>
      <vt:lpstr>RESULT</vt:lpstr>
      <vt:lpstr>ADVANTAGES</vt:lpstr>
      <vt:lpstr>CONCLUSION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TRACKER</dc:title>
  <dc:subject/>
  <dc:creator/>
  <cp:keywords/>
  <dc:description>generated using python-pptx</dc:description>
  <cp:lastModifiedBy>Sai monisha</cp:lastModifiedBy>
  <cp:revision>2</cp:revision>
  <dcterms:created xsi:type="dcterms:W3CDTF">2013-01-27T09:14:16Z</dcterms:created>
  <dcterms:modified xsi:type="dcterms:W3CDTF">2026-05-06T05:34:01Z</dcterms:modified>
  <cp:category/>
</cp:coreProperties>
</file>